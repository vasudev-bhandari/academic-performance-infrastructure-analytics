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DDBA11-ED74-4D62-95C2-EFFDC79626C0}" v="35" dt="2025-11-04T04:51:47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 Jha" userId="0a306b26c1c121a2" providerId="LiveId" clId="{736E0CB3-3F20-4288-9767-1B2C7AE41D6C}"/>
    <pc:docChg chg="custSel addSld delSld modSld">
      <pc:chgData name="Prashant Jha" userId="0a306b26c1c121a2" providerId="LiveId" clId="{736E0CB3-3F20-4288-9767-1B2C7AE41D6C}" dt="2025-11-04T04:55:45.473" v="2255" actId="14100"/>
      <pc:docMkLst>
        <pc:docMk/>
      </pc:docMkLst>
      <pc:sldChg chg="addSp delSp modSp new mod">
        <pc:chgData name="Prashant Jha" userId="0a306b26c1c121a2" providerId="LiveId" clId="{736E0CB3-3F20-4288-9767-1B2C7AE41D6C}" dt="2025-11-04T04:43:14.050" v="1329" actId="1076"/>
        <pc:sldMkLst>
          <pc:docMk/>
          <pc:sldMk cId="84195887" sldId="256"/>
        </pc:sldMkLst>
        <pc:spChg chg="del">
          <ac:chgData name="Prashant Jha" userId="0a306b26c1c121a2" providerId="LiveId" clId="{736E0CB3-3F20-4288-9767-1B2C7AE41D6C}" dt="2025-11-03T10:26:10.307" v="2" actId="478"/>
          <ac:spMkLst>
            <pc:docMk/>
            <pc:sldMk cId="84195887" sldId="256"/>
            <ac:spMk id="2" creationId="{117C0EB4-7211-4B5C-F8FD-7660F914A117}"/>
          </ac:spMkLst>
        </pc:spChg>
        <pc:spChg chg="del">
          <ac:chgData name="Prashant Jha" userId="0a306b26c1c121a2" providerId="LiveId" clId="{736E0CB3-3F20-4288-9767-1B2C7AE41D6C}" dt="2025-11-03T10:26:08.117" v="1" actId="478"/>
          <ac:spMkLst>
            <pc:docMk/>
            <pc:sldMk cId="84195887" sldId="256"/>
            <ac:spMk id="3" creationId="{FA734CAC-C27C-0DFC-5FCC-A43E26AC0AA8}"/>
          </ac:spMkLst>
        </pc:spChg>
        <pc:spChg chg="add mod">
          <ac:chgData name="Prashant Jha" userId="0a306b26c1c121a2" providerId="LiveId" clId="{736E0CB3-3F20-4288-9767-1B2C7AE41D6C}" dt="2025-11-03T10:27:33.968" v="25" actId="404"/>
          <ac:spMkLst>
            <pc:docMk/>
            <pc:sldMk cId="84195887" sldId="256"/>
            <ac:spMk id="4" creationId="{F3229225-CE8F-FC0D-1C7B-B6EAADE334C2}"/>
          </ac:spMkLst>
        </pc:spChg>
        <pc:spChg chg="add mod">
          <ac:chgData name="Prashant Jha" userId="0a306b26c1c121a2" providerId="LiveId" clId="{736E0CB3-3F20-4288-9767-1B2C7AE41D6C}" dt="2025-11-03T10:28:25.559" v="63" actId="14100"/>
          <ac:spMkLst>
            <pc:docMk/>
            <pc:sldMk cId="84195887" sldId="256"/>
            <ac:spMk id="5" creationId="{C99FB623-8BFA-77D8-6F8C-E6A5D0179DE3}"/>
          </ac:spMkLst>
        </pc:spChg>
        <pc:spChg chg="add mod">
          <ac:chgData name="Prashant Jha" userId="0a306b26c1c121a2" providerId="LiveId" clId="{736E0CB3-3F20-4288-9767-1B2C7AE41D6C}" dt="2025-11-03T10:28:49.191" v="80" actId="20577"/>
          <ac:spMkLst>
            <pc:docMk/>
            <pc:sldMk cId="84195887" sldId="256"/>
            <ac:spMk id="6" creationId="{AD580776-85A7-8451-8A48-725EC5875BD2}"/>
          </ac:spMkLst>
        </pc:spChg>
        <pc:spChg chg="add mod">
          <ac:chgData name="Prashant Jha" userId="0a306b26c1c121a2" providerId="LiveId" clId="{736E0CB3-3F20-4288-9767-1B2C7AE41D6C}" dt="2025-11-03T10:28:56.567" v="94" actId="20577"/>
          <ac:spMkLst>
            <pc:docMk/>
            <pc:sldMk cId="84195887" sldId="256"/>
            <ac:spMk id="7" creationId="{5DF7DE76-75AA-E1D0-460F-4EA7E700308A}"/>
          </ac:spMkLst>
        </pc:spChg>
        <pc:spChg chg="add mod">
          <ac:chgData name="Prashant Jha" userId="0a306b26c1c121a2" providerId="LiveId" clId="{736E0CB3-3F20-4288-9767-1B2C7AE41D6C}" dt="2025-11-04T03:51:19.691" v="826" actId="20577"/>
          <ac:spMkLst>
            <pc:docMk/>
            <pc:sldMk cId="84195887" sldId="256"/>
            <ac:spMk id="8" creationId="{C7541B04-F6D9-96FC-2763-88DEEA6C775B}"/>
          </ac:spMkLst>
        </pc:spChg>
        <pc:spChg chg="add mod">
          <ac:chgData name="Prashant Jha" userId="0a306b26c1c121a2" providerId="LiveId" clId="{736E0CB3-3F20-4288-9767-1B2C7AE41D6C}" dt="2025-11-04T04:43:14.050" v="1329" actId="1076"/>
          <ac:spMkLst>
            <pc:docMk/>
            <pc:sldMk cId="84195887" sldId="256"/>
            <ac:spMk id="9" creationId="{CBA66C4D-5A9A-AE8E-1879-F822EBE3D278}"/>
          </ac:spMkLst>
        </pc:spChg>
        <pc:spChg chg="add mod">
          <ac:chgData name="Prashant Jha" userId="0a306b26c1c121a2" providerId="LiveId" clId="{736E0CB3-3F20-4288-9767-1B2C7AE41D6C}" dt="2025-11-04T04:43:06.223" v="1328" actId="14100"/>
          <ac:spMkLst>
            <pc:docMk/>
            <pc:sldMk cId="84195887" sldId="256"/>
            <ac:spMk id="10" creationId="{899629FD-0B21-228A-A397-10BCB9CAEC12}"/>
          </ac:spMkLst>
        </pc:spChg>
        <pc:spChg chg="add mod">
          <ac:chgData name="Prashant Jha" userId="0a306b26c1c121a2" providerId="LiveId" clId="{736E0CB3-3F20-4288-9767-1B2C7AE41D6C}" dt="2025-11-04T03:19:47.720" v="173" actId="20577"/>
          <ac:spMkLst>
            <pc:docMk/>
            <pc:sldMk cId="84195887" sldId="256"/>
            <ac:spMk id="11" creationId="{76779BB5-6792-9F86-65D9-CF218F573E35}"/>
          </ac:spMkLst>
        </pc:spChg>
        <pc:spChg chg="add mod">
          <ac:chgData name="Prashant Jha" userId="0a306b26c1c121a2" providerId="LiveId" clId="{736E0CB3-3F20-4288-9767-1B2C7AE41D6C}" dt="2025-11-04T03:20:00.377" v="188" actId="20577"/>
          <ac:spMkLst>
            <pc:docMk/>
            <pc:sldMk cId="84195887" sldId="256"/>
            <ac:spMk id="12" creationId="{C32E8031-3EE2-F824-A86D-24C5CFA1C7FF}"/>
          </ac:spMkLst>
        </pc:spChg>
        <pc:spChg chg="add mod">
          <ac:chgData name="Prashant Jha" userId="0a306b26c1c121a2" providerId="LiveId" clId="{736E0CB3-3F20-4288-9767-1B2C7AE41D6C}" dt="2025-11-04T03:20:13.298" v="204" actId="20577"/>
          <ac:spMkLst>
            <pc:docMk/>
            <pc:sldMk cId="84195887" sldId="256"/>
            <ac:spMk id="13" creationId="{6F341B9B-5ACF-DBD6-8B43-7D31142F6F65}"/>
          </ac:spMkLst>
        </pc:spChg>
        <pc:spChg chg="add mod">
          <ac:chgData name="Prashant Jha" userId="0a306b26c1c121a2" providerId="LiveId" clId="{736E0CB3-3F20-4288-9767-1B2C7AE41D6C}" dt="2025-11-04T03:20:40.384" v="245" actId="20577"/>
          <ac:spMkLst>
            <pc:docMk/>
            <pc:sldMk cId="84195887" sldId="256"/>
            <ac:spMk id="14" creationId="{86014426-4211-27FE-1762-0901D03D9F40}"/>
          </ac:spMkLst>
        </pc:spChg>
        <pc:spChg chg="add mod">
          <ac:chgData name="Prashant Jha" userId="0a306b26c1c121a2" providerId="LiveId" clId="{736E0CB3-3F20-4288-9767-1B2C7AE41D6C}" dt="2025-11-04T03:21:01.554" v="284" actId="20577"/>
          <ac:spMkLst>
            <pc:docMk/>
            <pc:sldMk cId="84195887" sldId="256"/>
            <ac:spMk id="15" creationId="{91EFEFD4-BDF5-D964-25B9-317EDD210942}"/>
          </ac:spMkLst>
        </pc:spChg>
        <pc:spChg chg="add mod">
          <ac:chgData name="Prashant Jha" userId="0a306b26c1c121a2" providerId="LiveId" clId="{736E0CB3-3F20-4288-9767-1B2C7AE41D6C}" dt="2025-11-04T03:22:11.103" v="355" actId="20577"/>
          <ac:spMkLst>
            <pc:docMk/>
            <pc:sldMk cId="84195887" sldId="256"/>
            <ac:spMk id="16" creationId="{07E1EE4F-9B6D-E18C-9DE7-8B40F0E32A83}"/>
          </ac:spMkLst>
        </pc:spChg>
        <pc:spChg chg="add mod">
          <ac:chgData name="Prashant Jha" userId="0a306b26c1c121a2" providerId="LiveId" clId="{736E0CB3-3F20-4288-9767-1B2C7AE41D6C}" dt="2025-11-04T03:27:56.596" v="551" actId="20577"/>
          <ac:spMkLst>
            <pc:docMk/>
            <pc:sldMk cId="84195887" sldId="256"/>
            <ac:spMk id="17" creationId="{597E93DA-9DFE-8518-3919-E546603AE7C4}"/>
          </ac:spMkLst>
        </pc:spChg>
        <pc:spChg chg="add mod">
          <ac:chgData name="Prashant Jha" userId="0a306b26c1c121a2" providerId="LiveId" clId="{736E0CB3-3F20-4288-9767-1B2C7AE41D6C}" dt="2025-11-04T03:39:16.860" v="811" actId="20577"/>
          <ac:spMkLst>
            <pc:docMk/>
            <pc:sldMk cId="84195887" sldId="256"/>
            <ac:spMk id="18" creationId="{B5C77656-1370-D15C-6BAC-9EEC66627D8A}"/>
          </ac:spMkLst>
        </pc:spChg>
        <pc:spChg chg="add mod">
          <ac:chgData name="Prashant Jha" userId="0a306b26c1c121a2" providerId="LiveId" clId="{736E0CB3-3F20-4288-9767-1B2C7AE41D6C}" dt="2025-11-04T03:39:09.480" v="805" actId="20577"/>
          <ac:spMkLst>
            <pc:docMk/>
            <pc:sldMk cId="84195887" sldId="256"/>
            <ac:spMk id="19" creationId="{27DAA906-1997-EF91-3A7A-43A1AA093C53}"/>
          </ac:spMkLst>
        </pc:spChg>
      </pc:sldChg>
      <pc:sldChg chg="delSp new del mod">
        <pc:chgData name="Prashant Jha" userId="0a306b26c1c121a2" providerId="LiveId" clId="{736E0CB3-3F20-4288-9767-1B2C7AE41D6C}" dt="2025-11-04T04:42:35.266" v="1318" actId="2696"/>
        <pc:sldMkLst>
          <pc:docMk/>
          <pc:sldMk cId="2390674313" sldId="257"/>
        </pc:sldMkLst>
        <pc:spChg chg="del">
          <ac:chgData name="Prashant Jha" userId="0a306b26c1c121a2" providerId="LiveId" clId="{736E0CB3-3F20-4288-9767-1B2C7AE41D6C}" dt="2025-11-04T03:39:30.266" v="813" actId="478"/>
          <ac:spMkLst>
            <pc:docMk/>
            <pc:sldMk cId="2390674313" sldId="257"/>
            <ac:spMk id="2" creationId="{24869E8C-12DA-F6F2-E6DB-D915F8755C31}"/>
          </ac:spMkLst>
        </pc:spChg>
        <pc:spChg chg="del">
          <ac:chgData name="Prashant Jha" userId="0a306b26c1c121a2" providerId="LiveId" clId="{736E0CB3-3F20-4288-9767-1B2C7AE41D6C}" dt="2025-11-04T03:39:32.628" v="814" actId="478"/>
          <ac:spMkLst>
            <pc:docMk/>
            <pc:sldMk cId="2390674313" sldId="257"/>
            <ac:spMk id="3" creationId="{2A84C1BC-DA13-B5D7-F06E-28452E7A728C}"/>
          </ac:spMkLst>
        </pc:spChg>
      </pc:sldChg>
      <pc:sldChg chg="addSp delSp modSp add mod">
        <pc:chgData name="Prashant Jha" userId="0a306b26c1c121a2" providerId="LiveId" clId="{736E0CB3-3F20-4288-9767-1B2C7AE41D6C}" dt="2025-11-04T04:55:45.473" v="2255" actId="14100"/>
        <pc:sldMkLst>
          <pc:docMk/>
          <pc:sldMk cId="3271849160" sldId="258"/>
        </pc:sldMkLst>
        <pc:spChg chg="add mod">
          <ac:chgData name="Prashant Jha" userId="0a306b26c1c121a2" providerId="LiveId" clId="{736E0CB3-3F20-4288-9767-1B2C7AE41D6C}" dt="2025-11-04T04:37:38.731" v="1256" actId="1035"/>
          <ac:spMkLst>
            <pc:docMk/>
            <pc:sldMk cId="3271849160" sldId="258"/>
            <ac:spMk id="2" creationId="{1F4DD855-5BCE-7502-D1E1-24C6D25BAC22}"/>
          </ac:spMkLst>
        </pc:spChg>
        <pc:spChg chg="add mod">
          <ac:chgData name="Prashant Jha" userId="0a306b26c1c121a2" providerId="LiveId" clId="{736E0CB3-3F20-4288-9767-1B2C7AE41D6C}" dt="2025-11-04T04:55:45.473" v="2255" actId="14100"/>
          <ac:spMkLst>
            <pc:docMk/>
            <pc:sldMk cId="3271849160" sldId="258"/>
            <ac:spMk id="3" creationId="{ECB3C929-61E5-B39D-8C6A-0140210DCD81}"/>
          </ac:spMkLst>
        </pc:spChg>
        <pc:spChg chg="mod">
          <ac:chgData name="Prashant Jha" userId="0a306b26c1c121a2" providerId="LiveId" clId="{736E0CB3-3F20-4288-9767-1B2C7AE41D6C}" dt="2025-11-04T03:51:38.645" v="860" actId="20577"/>
          <ac:spMkLst>
            <pc:docMk/>
            <pc:sldMk cId="3271849160" sldId="258"/>
            <ac:spMk id="8" creationId="{10BDB7C7-1E36-ADCF-3E98-5EF5736F5633}"/>
          </ac:spMkLst>
        </pc:spChg>
        <pc:spChg chg="mod">
          <ac:chgData name="Prashant Jha" userId="0a306b26c1c121a2" providerId="LiveId" clId="{736E0CB3-3F20-4288-9767-1B2C7AE41D6C}" dt="2025-11-04T03:52:08.225" v="873" actId="20577"/>
          <ac:spMkLst>
            <pc:docMk/>
            <pc:sldMk cId="3271849160" sldId="258"/>
            <ac:spMk id="9" creationId="{8F40FFBF-A71E-E0AB-8192-9AA77FADDC69}"/>
          </ac:spMkLst>
        </pc:spChg>
        <pc:spChg chg="mod">
          <ac:chgData name="Prashant Jha" userId="0a306b26c1c121a2" providerId="LiveId" clId="{736E0CB3-3F20-4288-9767-1B2C7AE41D6C}" dt="2025-11-04T03:52:18.587" v="888" actId="20577"/>
          <ac:spMkLst>
            <pc:docMk/>
            <pc:sldMk cId="3271849160" sldId="258"/>
            <ac:spMk id="10" creationId="{DA487C98-E95B-E8D6-D286-31AAB1C7774F}"/>
          </ac:spMkLst>
        </pc:spChg>
        <pc:spChg chg="mod">
          <ac:chgData name="Prashant Jha" userId="0a306b26c1c121a2" providerId="LiveId" clId="{736E0CB3-3F20-4288-9767-1B2C7AE41D6C}" dt="2025-11-04T03:55:58.339" v="984" actId="14100"/>
          <ac:spMkLst>
            <pc:docMk/>
            <pc:sldMk cId="3271849160" sldId="258"/>
            <ac:spMk id="11" creationId="{540D0990-17D0-E1DD-C123-AF3CAA54B7B6}"/>
          </ac:spMkLst>
        </pc:spChg>
        <pc:spChg chg="mod">
          <ac:chgData name="Prashant Jha" userId="0a306b26c1c121a2" providerId="LiveId" clId="{736E0CB3-3F20-4288-9767-1B2C7AE41D6C}" dt="2025-11-04T03:56:00.913" v="985" actId="14100"/>
          <ac:spMkLst>
            <pc:docMk/>
            <pc:sldMk cId="3271849160" sldId="258"/>
            <ac:spMk id="12" creationId="{947C1C46-E347-2B65-2F69-34CC9A0D9600}"/>
          </ac:spMkLst>
        </pc:spChg>
        <pc:spChg chg="mod">
          <ac:chgData name="Prashant Jha" userId="0a306b26c1c121a2" providerId="LiveId" clId="{736E0CB3-3F20-4288-9767-1B2C7AE41D6C}" dt="2025-11-04T03:55:55.834" v="983" actId="14100"/>
          <ac:spMkLst>
            <pc:docMk/>
            <pc:sldMk cId="3271849160" sldId="258"/>
            <ac:spMk id="13" creationId="{DD631CF8-BC9E-9CB6-1DB2-D1ABF0EB7041}"/>
          </ac:spMkLst>
        </pc:spChg>
        <pc:spChg chg="del">
          <ac:chgData name="Prashant Jha" userId="0a306b26c1c121a2" providerId="LiveId" clId="{736E0CB3-3F20-4288-9767-1B2C7AE41D6C}" dt="2025-11-04T03:55:18.159" v="974" actId="478"/>
          <ac:spMkLst>
            <pc:docMk/>
            <pc:sldMk cId="3271849160" sldId="258"/>
            <ac:spMk id="14" creationId="{E040B71A-235E-7D18-0B02-B486B2330CF6}"/>
          </ac:spMkLst>
        </pc:spChg>
        <pc:spChg chg="del">
          <ac:chgData name="Prashant Jha" userId="0a306b26c1c121a2" providerId="LiveId" clId="{736E0CB3-3F20-4288-9767-1B2C7AE41D6C}" dt="2025-11-04T03:55:21.170" v="975" actId="478"/>
          <ac:spMkLst>
            <pc:docMk/>
            <pc:sldMk cId="3271849160" sldId="258"/>
            <ac:spMk id="15" creationId="{75076AAD-EE13-7D33-0BE8-A087DD4343F1}"/>
          </ac:spMkLst>
        </pc:spChg>
        <pc:spChg chg="del">
          <ac:chgData name="Prashant Jha" userId="0a306b26c1c121a2" providerId="LiveId" clId="{736E0CB3-3F20-4288-9767-1B2C7AE41D6C}" dt="2025-11-04T03:55:25.642" v="976" actId="478"/>
          <ac:spMkLst>
            <pc:docMk/>
            <pc:sldMk cId="3271849160" sldId="258"/>
            <ac:spMk id="16" creationId="{259D01B6-2550-7AD1-4742-F5A64311CF58}"/>
          </ac:spMkLst>
        </pc:spChg>
        <pc:spChg chg="del">
          <ac:chgData name="Prashant Jha" userId="0a306b26c1c121a2" providerId="LiveId" clId="{736E0CB3-3F20-4288-9767-1B2C7AE41D6C}" dt="2025-11-04T03:55:29.176" v="977" actId="478"/>
          <ac:spMkLst>
            <pc:docMk/>
            <pc:sldMk cId="3271849160" sldId="258"/>
            <ac:spMk id="17" creationId="{37FC2FC4-F78E-130F-6F66-FB501F7C33FE}"/>
          </ac:spMkLst>
        </pc:spChg>
        <pc:spChg chg="del">
          <ac:chgData name="Prashant Jha" userId="0a306b26c1c121a2" providerId="LiveId" clId="{736E0CB3-3F20-4288-9767-1B2C7AE41D6C}" dt="2025-11-04T03:55:30.594" v="978" actId="478"/>
          <ac:spMkLst>
            <pc:docMk/>
            <pc:sldMk cId="3271849160" sldId="258"/>
            <ac:spMk id="18" creationId="{D74021A6-C47F-FCFA-0409-BDB3E38B8460}"/>
          </ac:spMkLst>
        </pc:spChg>
        <pc:spChg chg="mod">
          <ac:chgData name="Prashant Jha" userId="0a306b26c1c121a2" providerId="LiveId" clId="{736E0CB3-3F20-4288-9767-1B2C7AE41D6C}" dt="2025-11-04T04:37:42.366" v="1257" actId="14100"/>
          <ac:spMkLst>
            <pc:docMk/>
            <pc:sldMk cId="3271849160" sldId="258"/>
            <ac:spMk id="19" creationId="{2629C0C6-8B71-E0E4-8738-8137C03A749A}"/>
          </ac:spMkLst>
        </pc:spChg>
      </pc:sldChg>
      <pc:sldChg chg="addSp delSp modSp add mod">
        <pc:chgData name="Prashant Jha" userId="0a306b26c1c121a2" providerId="LiveId" clId="{736E0CB3-3F20-4288-9767-1B2C7AE41D6C}" dt="2025-11-04T04:55:20.026" v="2254" actId="20577"/>
        <pc:sldMkLst>
          <pc:docMk/>
          <pc:sldMk cId="1972563411" sldId="259"/>
        </pc:sldMkLst>
        <pc:spChg chg="del">
          <ac:chgData name="Prashant Jha" userId="0a306b26c1c121a2" providerId="LiveId" clId="{736E0CB3-3F20-4288-9767-1B2C7AE41D6C}" dt="2025-11-04T04:42:52.579" v="1324" actId="478"/>
          <ac:spMkLst>
            <pc:docMk/>
            <pc:sldMk cId="1972563411" sldId="259"/>
            <ac:spMk id="2" creationId="{8A96BCD5-BFFA-49D9-9B53-B922E0205117}"/>
          </ac:spMkLst>
        </pc:spChg>
        <pc:spChg chg="del">
          <ac:chgData name="Prashant Jha" userId="0a306b26c1c121a2" providerId="LiveId" clId="{736E0CB3-3F20-4288-9767-1B2C7AE41D6C}" dt="2025-11-04T04:42:54.438" v="1325" actId="478"/>
          <ac:spMkLst>
            <pc:docMk/>
            <pc:sldMk cId="1972563411" sldId="259"/>
            <ac:spMk id="3" creationId="{DCE3B256-14DF-825E-65BE-F5E27F1F764F}"/>
          </ac:spMkLst>
        </pc:spChg>
        <pc:spChg chg="del">
          <ac:chgData name="Prashant Jha" userId="0a306b26c1c121a2" providerId="LiveId" clId="{736E0CB3-3F20-4288-9767-1B2C7AE41D6C}" dt="2025-11-04T04:42:57.846" v="1326" actId="478"/>
          <ac:spMkLst>
            <pc:docMk/>
            <pc:sldMk cId="1972563411" sldId="259"/>
            <ac:spMk id="9" creationId="{BA10199F-4D76-B638-8DD2-7E96C1EA6492}"/>
          </ac:spMkLst>
        </pc:spChg>
        <pc:spChg chg="del">
          <ac:chgData name="Prashant Jha" userId="0a306b26c1c121a2" providerId="LiveId" clId="{736E0CB3-3F20-4288-9767-1B2C7AE41D6C}" dt="2025-11-04T04:42:59.548" v="1327" actId="478"/>
          <ac:spMkLst>
            <pc:docMk/>
            <pc:sldMk cId="1972563411" sldId="259"/>
            <ac:spMk id="10" creationId="{1F3392B9-441F-B5D7-F7A5-31FFBA52090A}"/>
          </ac:spMkLst>
        </pc:spChg>
        <pc:spChg chg="del">
          <ac:chgData name="Prashant Jha" userId="0a306b26c1c121a2" providerId="LiveId" clId="{736E0CB3-3F20-4288-9767-1B2C7AE41D6C}" dt="2025-11-04T04:42:45.528" v="1321" actId="478"/>
          <ac:spMkLst>
            <pc:docMk/>
            <pc:sldMk cId="1972563411" sldId="259"/>
            <ac:spMk id="11" creationId="{2FC36AD1-696D-A8D7-9A74-4F6AF031CB29}"/>
          </ac:spMkLst>
        </pc:spChg>
        <pc:spChg chg="del">
          <ac:chgData name="Prashant Jha" userId="0a306b26c1c121a2" providerId="LiveId" clId="{736E0CB3-3F20-4288-9767-1B2C7AE41D6C}" dt="2025-11-04T04:42:47.767" v="1322" actId="478"/>
          <ac:spMkLst>
            <pc:docMk/>
            <pc:sldMk cId="1972563411" sldId="259"/>
            <ac:spMk id="12" creationId="{339ECA06-DEF3-D90B-17AE-55794497425A}"/>
          </ac:spMkLst>
        </pc:spChg>
        <pc:spChg chg="del">
          <ac:chgData name="Prashant Jha" userId="0a306b26c1c121a2" providerId="LiveId" clId="{736E0CB3-3F20-4288-9767-1B2C7AE41D6C}" dt="2025-11-04T04:42:42.911" v="1320" actId="478"/>
          <ac:spMkLst>
            <pc:docMk/>
            <pc:sldMk cId="1972563411" sldId="259"/>
            <ac:spMk id="13" creationId="{A4560D80-EF84-CB69-315E-1CD886EF3EA5}"/>
          </ac:spMkLst>
        </pc:spChg>
        <pc:spChg chg="add mod">
          <ac:chgData name="Prashant Jha" userId="0a306b26c1c121a2" providerId="LiveId" clId="{736E0CB3-3F20-4288-9767-1B2C7AE41D6C}" dt="2025-11-04T04:43:16.588" v="1330"/>
          <ac:spMkLst>
            <pc:docMk/>
            <pc:sldMk cId="1972563411" sldId="259"/>
            <ac:spMk id="14" creationId="{16352AEE-5B7D-C746-83D4-20DF194A188B}"/>
          </ac:spMkLst>
        </pc:spChg>
        <pc:spChg chg="add mod">
          <ac:chgData name="Prashant Jha" userId="0a306b26c1c121a2" providerId="LiveId" clId="{736E0CB3-3F20-4288-9767-1B2C7AE41D6C}" dt="2025-11-04T04:43:24.059" v="1331"/>
          <ac:spMkLst>
            <pc:docMk/>
            <pc:sldMk cId="1972563411" sldId="259"/>
            <ac:spMk id="15" creationId="{20949AE7-54DE-C1D9-F34A-D8C9A3A2CDF4}"/>
          </ac:spMkLst>
        </pc:spChg>
        <pc:spChg chg="add mod">
          <ac:chgData name="Prashant Jha" userId="0a306b26c1c121a2" providerId="LiveId" clId="{736E0CB3-3F20-4288-9767-1B2C7AE41D6C}" dt="2025-11-04T04:49:09.798" v="1682" actId="14100"/>
          <ac:spMkLst>
            <pc:docMk/>
            <pc:sldMk cId="1972563411" sldId="259"/>
            <ac:spMk id="16" creationId="{FCFA252B-7D2F-2FE8-B56E-6BA4461CFE4C}"/>
          </ac:spMkLst>
        </pc:spChg>
        <pc:spChg chg="add mod">
          <ac:chgData name="Prashant Jha" userId="0a306b26c1c121a2" providerId="LiveId" clId="{736E0CB3-3F20-4288-9767-1B2C7AE41D6C}" dt="2025-11-04T04:48:56.101" v="1679" actId="14100"/>
          <ac:spMkLst>
            <pc:docMk/>
            <pc:sldMk cId="1972563411" sldId="259"/>
            <ac:spMk id="17" creationId="{AB0625CF-D98C-5D47-AF11-5FAB4A5D1A67}"/>
          </ac:spMkLst>
        </pc:spChg>
        <pc:spChg chg="add del mod">
          <ac:chgData name="Prashant Jha" userId="0a306b26c1c121a2" providerId="LiveId" clId="{736E0CB3-3F20-4288-9767-1B2C7AE41D6C}" dt="2025-11-04T04:45:15.190" v="1479" actId="478"/>
          <ac:spMkLst>
            <pc:docMk/>
            <pc:sldMk cId="1972563411" sldId="259"/>
            <ac:spMk id="18" creationId="{246C2357-D1CE-82E4-C787-06A8F7338A79}"/>
          </ac:spMkLst>
        </pc:spChg>
        <pc:spChg chg="del">
          <ac:chgData name="Prashant Jha" userId="0a306b26c1c121a2" providerId="LiveId" clId="{736E0CB3-3F20-4288-9767-1B2C7AE41D6C}" dt="2025-11-04T04:42:49.141" v="1323" actId="478"/>
          <ac:spMkLst>
            <pc:docMk/>
            <pc:sldMk cId="1972563411" sldId="259"/>
            <ac:spMk id="19" creationId="{6216A42E-986C-825E-73B8-5060C6786CEE}"/>
          </ac:spMkLst>
        </pc:spChg>
        <pc:spChg chg="add mod">
          <ac:chgData name="Prashant Jha" userId="0a306b26c1c121a2" providerId="LiveId" clId="{736E0CB3-3F20-4288-9767-1B2C7AE41D6C}" dt="2025-11-04T04:49:20.993" v="1685" actId="14100"/>
          <ac:spMkLst>
            <pc:docMk/>
            <pc:sldMk cId="1972563411" sldId="259"/>
            <ac:spMk id="20" creationId="{5B908B9E-3221-00B4-7FE4-2F8E7D9D1EEE}"/>
          </ac:spMkLst>
        </pc:spChg>
        <pc:spChg chg="add mod">
          <ac:chgData name="Prashant Jha" userId="0a306b26c1c121a2" providerId="LiveId" clId="{736E0CB3-3F20-4288-9767-1B2C7AE41D6C}" dt="2025-11-04T04:49:15.513" v="1684" actId="14100"/>
          <ac:spMkLst>
            <pc:docMk/>
            <pc:sldMk cId="1972563411" sldId="259"/>
            <ac:spMk id="21" creationId="{C306CAFF-C9C3-E074-4C6A-17566D0D0781}"/>
          </ac:spMkLst>
        </pc:spChg>
        <pc:spChg chg="add mod">
          <ac:chgData name="Prashant Jha" userId="0a306b26c1c121a2" providerId="LiveId" clId="{736E0CB3-3F20-4288-9767-1B2C7AE41D6C}" dt="2025-11-04T04:53:23.756" v="2022" actId="20577"/>
          <ac:spMkLst>
            <pc:docMk/>
            <pc:sldMk cId="1972563411" sldId="259"/>
            <ac:spMk id="22" creationId="{4B0CCBC0-E0DD-7BBC-2610-71C3B6F37D3D}"/>
          </ac:spMkLst>
        </pc:spChg>
        <pc:spChg chg="add mod">
          <ac:chgData name="Prashant Jha" userId="0a306b26c1c121a2" providerId="LiveId" clId="{736E0CB3-3F20-4288-9767-1B2C7AE41D6C}" dt="2025-11-04T04:55:20.026" v="2254" actId="20577"/>
          <ac:spMkLst>
            <pc:docMk/>
            <pc:sldMk cId="1972563411" sldId="259"/>
            <ac:spMk id="23" creationId="{24E2BE34-36AA-F0F8-FE02-0F7A8F33828C}"/>
          </ac:spMkLst>
        </pc:spChg>
      </pc:sldChg>
      <pc:sldChg chg="new del">
        <pc:chgData name="Prashant Jha" userId="0a306b26c1c121a2" providerId="LiveId" clId="{736E0CB3-3F20-4288-9767-1B2C7AE41D6C}" dt="2025-11-04T04:42:31.736" v="1317" actId="2696"/>
        <pc:sldMkLst>
          <pc:docMk/>
          <pc:sldMk cId="2844224737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D3CA-4DFF-AF99-EBB0-E9CFC0D0B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DCC010-4105-E3BE-9331-870A75A45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3C5E4-0A8A-0C72-3D00-84A678B63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F37A4-B5AC-4336-BED4-4C0E92B0896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2447F-1F5F-1006-8A83-46971770A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496B2-F67C-F4D8-BD7A-B1C67B2C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2C698-EF41-442A-A4FC-2E5F8E55B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17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E4AAF-5216-82A2-BDC6-6E468A29E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233A2-D6A4-4DE7-4AA2-F70B3D34A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703D7-9315-EA6F-85EA-1F2C3AA4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F37A4-B5AC-4336-BED4-4C0E92B0896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227B0-5DCE-3072-4036-CD2C9F4EC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8045A-1788-D9AF-CF49-97BA6859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2C698-EF41-442A-A4FC-2E5F8E55B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856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471AF-74AD-EF2B-834C-7A3559331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AA118-4D6D-9760-796F-C5E5CF0FF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B1674-7FD8-AD31-82F5-9F4F8B06A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F37A4-B5AC-4336-BED4-4C0E92B0896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56248-7699-B4D4-4523-08F177EE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0EF95-CE08-7896-0040-D1B80368B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2C698-EF41-442A-A4FC-2E5F8E55B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94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CE86-7041-36A3-5022-A270187F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88015-E353-EA31-34DC-DD5FF47D05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76ECFF-985E-BF9E-36CB-6FECD9884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F76CA-BC0B-527A-7D56-428FBA41F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F37A4-B5AC-4336-BED4-4C0E92B0896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5C6D1-8155-916C-DBF1-D26B39491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E9F3F-BAC7-CBA9-F3E8-F47A6514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2C698-EF41-442A-A4FC-2E5F8E55B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80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40487-E6B6-D267-1EC1-36EF75A0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2D0A7-34D1-09A1-D4C2-5C3EDFD37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44581-E590-8294-A974-B562398F6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F54096-E704-EB11-8C1D-A5C1D58B7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4BF82D-4E0B-F255-3743-0F1009A97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4C976A-9E3D-41BD-72E1-A6BBFE5B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F37A4-B5AC-4336-BED4-4C0E92B0896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C2CEA-8098-FB5F-5C5E-CDD0F2066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E1E74F-2898-D24F-9952-B92A13664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2C698-EF41-442A-A4FC-2E5F8E55B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833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1BD4C-BE4B-6414-24D2-EE6A1D3F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561877-4C8F-AF09-9337-EF0B116C9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F37A4-B5AC-4336-BED4-4C0E92B0896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B23A3-2119-52A7-D2FF-68205A8BE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20CF7-C193-1EB0-032B-9BCA25039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2C698-EF41-442A-A4FC-2E5F8E55B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521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4D6FBF-7A81-80F1-E099-98781CB9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F37A4-B5AC-4336-BED4-4C0E92B0896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A86498-B461-C295-4622-AFBE8535D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A8D94-B3F0-ED45-739F-C0590A832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2C698-EF41-442A-A4FC-2E5F8E55B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40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F5A0C-8C1D-3A69-EA22-E30D2445E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81155-0CC3-00E1-9CDE-A570FD126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99255-49C2-166B-8417-895CBD8FC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67B20-0F1C-CA1C-FD52-BB62CAC7F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F37A4-B5AC-4336-BED4-4C0E92B0896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7E8E6-FEA2-B368-B6E3-CAA9FC44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D1D83-0EDA-279B-74F3-1D0D2DFF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2C698-EF41-442A-A4FC-2E5F8E55B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63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187A5-2B1B-E99E-3B92-76256BBCC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FBCF1-BD8B-872E-1091-E4C41F864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2E2CF-040E-A575-C3F2-2BA967E8E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9E075-D443-FD80-64B3-1C8BA6FBB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F37A4-B5AC-4336-BED4-4C0E92B0896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35A0E-2F68-C53C-FC61-63FC69244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EE750-E606-423A-6FDC-34D210F29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2C698-EF41-442A-A4FC-2E5F8E55B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310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8583E-00A3-41B3-45ED-BD1A3B94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4AAF9-1DF5-83D2-79BD-ED0F3ABF6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1EB52-306A-1B0F-9708-F9138E672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F37A4-B5AC-4336-BED4-4C0E92B0896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AD747-BEAA-40C7-B521-F8E28D1DA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EE4C8-E83F-55B5-A0F1-7C70FCAA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2C698-EF41-442A-A4FC-2E5F8E55B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826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DDC23E-E51E-E032-94CB-7B5FCDDD54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AEF16-5DA8-E697-D547-5FA15E232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A512A-7771-89E4-D243-064CAC933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F37A4-B5AC-4336-BED4-4C0E92B0896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8EFFE-B564-A153-BFFB-62433E297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F23D0-68F8-115C-DEF3-9CB23C069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2C698-EF41-442A-A4FC-2E5F8E55B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292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140D69-254A-A201-FB61-B0210AE57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CB639-E27D-9DD9-3E2F-6DDDDE27D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B25A1-86CD-C746-6E0B-5AD1D82CF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F37A4-B5AC-4336-BED4-4C0E92B08964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5ADF8-D561-94D4-8953-2603CE10B4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4C46B-A97F-17DB-4861-C23D56AC9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72C698-EF41-442A-A4FC-2E5F8E55BD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86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229225-CE8F-FC0D-1C7B-B6EAADE334C2}"/>
              </a:ext>
            </a:extLst>
          </p:cNvPr>
          <p:cNvSpPr/>
          <p:nvPr/>
        </p:nvSpPr>
        <p:spPr>
          <a:xfrm>
            <a:off x="152401" y="87084"/>
            <a:ext cx="11919857" cy="3156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TITLE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9FB623-8BFA-77D8-6F8C-E6A5D0179DE3}"/>
              </a:ext>
            </a:extLst>
          </p:cNvPr>
          <p:cNvSpPr/>
          <p:nvPr/>
        </p:nvSpPr>
        <p:spPr>
          <a:xfrm>
            <a:off x="152402" y="555171"/>
            <a:ext cx="1937656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District Slicer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580776-85A7-8451-8A48-725EC5875BD2}"/>
              </a:ext>
            </a:extLst>
          </p:cNvPr>
          <p:cNvSpPr/>
          <p:nvPr/>
        </p:nvSpPr>
        <p:spPr>
          <a:xfrm>
            <a:off x="2198917" y="555171"/>
            <a:ext cx="1937656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Block Slicer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F7DE76-75AA-E1D0-460F-4EA7E700308A}"/>
              </a:ext>
            </a:extLst>
          </p:cNvPr>
          <p:cNvSpPr/>
          <p:nvPr/>
        </p:nvSpPr>
        <p:spPr>
          <a:xfrm>
            <a:off x="4245432" y="555171"/>
            <a:ext cx="1937656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School Slicer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541B04-F6D9-96FC-2763-88DEEA6C775B}"/>
              </a:ext>
            </a:extLst>
          </p:cNvPr>
          <p:cNvSpPr/>
          <p:nvPr/>
        </p:nvSpPr>
        <p:spPr>
          <a:xfrm>
            <a:off x="6291947" y="555171"/>
            <a:ext cx="1937656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School Management Slicer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A66C4D-5A9A-AE8E-1879-F822EBE3D278}"/>
              </a:ext>
            </a:extLst>
          </p:cNvPr>
          <p:cNvSpPr/>
          <p:nvPr/>
        </p:nvSpPr>
        <p:spPr>
          <a:xfrm>
            <a:off x="8338462" y="587829"/>
            <a:ext cx="1937656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School Category </a:t>
            </a:r>
            <a:r>
              <a:rPr lang="en-IN" dirty="0">
                <a:solidFill>
                  <a:schemeClr val="tx1"/>
                </a:solidFill>
              </a:rPr>
              <a:t>Slicer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9629FD-0B21-228A-A397-10BCB9CAEC12}"/>
              </a:ext>
            </a:extLst>
          </p:cNvPr>
          <p:cNvSpPr/>
          <p:nvPr/>
        </p:nvSpPr>
        <p:spPr>
          <a:xfrm>
            <a:off x="10384976" y="555171"/>
            <a:ext cx="1687281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err="1">
                <a:solidFill>
                  <a:schemeClr val="tx1"/>
                </a:solidFill>
              </a:rPr>
              <a:t>Session_Type</a:t>
            </a:r>
            <a:r>
              <a:rPr lang="en-IN" sz="2000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Slicer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779BB5-6792-9F86-65D9-CF218F573E35}"/>
              </a:ext>
            </a:extLst>
          </p:cNvPr>
          <p:cNvSpPr/>
          <p:nvPr/>
        </p:nvSpPr>
        <p:spPr>
          <a:xfrm>
            <a:off x="152402" y="1371602"/>
            <a:ext cx="1937656" cy="121919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Total School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CARD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32E8031-3EE2-F824-A86D-24C5CFA1C7FF}"/>
              </a:ext>
            </a:extLst>
          </p:cNvPr>
          <p:cNvSpPr/>
          <p:nvPr/>
        </p:nvSpPr>
        <p:spPr>
          <a:xfrm>
            <a:off x="2198917" y="1371602"/>
            <a:ext cx="1937656" cy="121919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Total Teacher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CARD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341B9B-5ACF-DBD6-8B43-7D31142F6F65}"/>
              </a:ext>
            </a:extLst>
          </p:cNvPr>
          <p:cNvSpPr/>
          <p:nvPr/>
        </p:nvSpPr>
        <p:spPr>
          <a:xfrm>
            <a:off x="4245432" y="1371602"/>
            <a:ext cx="1937656" cy="121919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Total Student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CARD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6014426-4211-27FE-1762-0901D03D9F40}"/>
              </a:ext>
            </a:extLst>
          </p:cNvPr>
          <p:cNvSpPr/>
          <p:nvPr/>
        </p:nvSpPr>
        <p:spPr>
          <a:xfrm>
            <a:off x="6291947" y="1371602"/>
            <a:ext cx="1937656" cy="121919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Average Teacher Experience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CARD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EFEFD4-BDF5-D964-25B9-317EDD210942}"/>
              </a:ext>
            </a:extLst>
          </p:cNvPr>
          <p:cNvSpPr/>
          <p:nvPr/>
        </p:nvSpPr>
        <p:spPr>
          <a:xfrm>
            <a:off x="8338462" y="1371602"/>
            <a:ext cx="1937656" cy="121919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PTR Ratio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CARD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7E1EE4F-9B6D-E18C-9DE7-8B40F0E32A83}"/>
              </a:ext>
            </a:extLst>
          </p:cNvPr>
          <p:cNvSpPr/>
          <p:nvPr/>
        </p:nvSpPr>
        <p:spPr>
          <a:xfrm>
            <a:off x="10384976" y="1371602"/>
            <a:ext cx="1654622" cy="121919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School to student Ratio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CARD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97E93DA-9DFE-8518-3919-E546603AE7C4}"/>
              </a:ext>
            </a:extLst>
          </p:cNvPr>
          <p:cNvSpPr/>
          <p:nvPr/>
        </p:nvSpPr>
        <p:spPr>
          <a:xfrm>
            <a:off x="152401" y="2743200"/>
            <a:ext cx="3984172" cy="402771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DITRICT Wise School Count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Legend – PTR Ratio Category ( IF PTR &gt; 30 RED , PTR &lt;=30 GREEN) </a:t>
            </a:r>
            <a:br>
              <a:rPr lang="en-IN" sz="2000" dirty="0">
                <a:solidFill>
                  <a:schemeClr val="tx1"/>
                </a:solidFill>
              </a:rPr>
            </a:b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LINE CHART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5C77656-1370-D15C-6BAC-9EEC66627D8A}"/>
              </a:ext>
            </a:extLst>
          </p:cNvPr>
          <p:cNvSpPr/>
          <p:nvPr/>
        </p:nvSpPr>
        <p:spPr>
          <a:xfrm>
            <a:off x="4299861" y="2830286"/>
            <a:ext cx="4310739" cy="39406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TOP 10 School ( top 10 will be define as per </a:t>
            </a:r>
            <a:r>
              <a:rPr lang="en-IN" sz="2000" dirty="0" err="1">
                <a:solidFill>
                  <a:schemeClr val="tx1"/>
                </a:solidFill>
              </a:rPr>
              <a:t>per</a:t>
            </a:r>
            <a:r>
              <a:rPr lang="en-IN" sz="2000" dirty="0">
                <a:solidFill>
                  <a:schemeClr val="tx1"/>
                </a:solidFill>
              </a:rPr>
              <a:t> school Infrastructure )</a:t>
            </a:r>
          </a:p>
          <a:p>
            <a:pPr algn="ctr"/>
            <a:r>
              <a:rPr lang="en-IN" sz="2000" dirty="0">
                <a:solidFill>
                  <a:schemeClr val="tx1"/>
                </a:solidFill>
              </a:rPr>
              <a:t>Table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7DAA906-1997-EF91-3A7A-43A1AA093C53}"/>
              </a:ext>
            </a:extLst>
          </p:cNvPr>
          <p:cNvSpPr/>
          <p:nvPr/>
        </p:nvSpPr>
        <p:spPr>
          <a:xfrm>
            <a:off x="8773888" y="2743200"/>
            <a:ext cx="3287481" cy="39406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Count of Teacher are Retiring  in upcoming 5 year 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Legend – Principle and Teacher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BAR Chart</a:t>
            </a:r>
          </a:p>
        </p:txBody>
      </p:sp>
    </p:spTree>
    <p:extLst>
      <p:ext uri="{BB962C8B-B14F-4D97-AF65-F5344CB8AC3E}">
        <p14:creationId xmlns:p14="http://schemas.microsoft.com/office/powerpoint/2010/main" val="84195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BE55C-D293-D3D0-AEB3-57AFBA95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643534-08CE-4B0D-B55C-E3E73EDB9DE4}"/>
              </a:ext>
            </a:extLst>
          </p:cNvPr>
          <p:cNvSpPr/>
          <p:nvPr/>
        </p:nvSpPr>
        <p:spPr>
          <a:xfrm>
            <a:off x="152401" y="87084"/>
            <a:ext cx="11919857" cy="3156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TITLE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3E6BF1-D40C-DEA9-B641-FF8F3305A54D}"/>
              </a:ext>
            </a:extLst>
          </p:cNvPr>
          <p:cNvSpPr/>
          <p:nvPr/>
        </p:nvSpPr>
        <p:spPr>
          <a:xfrm>
            <a:off x="152402" y="555171"/>
            <a:ext cx="1937656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District Slicer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F88E87-FD66-81E8-5B8D-8A4F86AA9B7A}"/>
              </a:ext>
            </a:extLst>
          </p:cNvPr>
          <p:cNvSpPr/>
          <p:nvPr/>
        </p:nvSpPr>
        <p:spPr>
          <a:xfrm>
            <a:off x="2198917" y="555171"/>
            <a:ext cx="1937656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Block Slicer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143F17-2AFF-DB66-20E5-463ABDEC8234}"/>
              </a:ext>
            </a:extLst>
          </p:cNvPr>
          <p:cNvSpPr/>
          <p:nvPr/>
        </p:nvSpPr>
        <p:spPr>
          <a:xfrm>
            <a:off x="4245432" y="555171"/>
            <a:ext cx="1937656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School Slicer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0BDB7C7-1E36-ADCF-3E98-5EF5736F5633}"/>
              </a:ext>
            </a:extLst>
          </p:cNvPr>
          <p:cNvSpPr/>
          <p:nvPr/>
        </p:nvSpPr>
        <p:spPr>
          <a:xfrm>
            <a:off x="6291947" y="555171"/>
            <a:ext cx="1937656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School Management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40FFBF-A71E-E0AB-8192-9AA77FADDC69}"/>
              </a:ext>
            </a:extLst>
          </p:cNvPr>
          <p:cNvSpPr/>
          <p:nvPr/>
        </p:nvSpPr>
        <p:spPr>
          <a:xfrm>
            <a:off x="8338462" y="555171"/>
            <a:ext cx="1937656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Grade Slicer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487C98-E95B-E8D6-D286-31AAB1C7774F}"/>
              </a:ext>
            </a:extLst>
          </p:cNvPr>
          <p:cNvSpPr/>
          <p:nvPr/>
        </p:nvSpPr>
        <p:spPr>
          <a:xfrm>
            <a:off x="10384976" y="555171"/>
            <a:ext cx="1687281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Subject Slicer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0D0990-17D0-E1DD-C123-AF3CAA54B7B6}"/>
              </a:ext>
            </a:extLst>
          </p:cNvPr>
          <p:cNvSpPr/>
          <p:nvPr/>
        </p:nvSpPr>
        <p:spPr>
          <a:xfrm>
            <a:off x="130631" y="3325589"/>
            <a:ext cx="1937656" cy="150766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Total School Participated in Assessment 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CARD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7C1C46-E347-2B65-2F69-34CC9A0D9600}"/>
              </a:ext>
            </a:extLst>
          </p:cNvPr>
          <p:cNvSpPr/>
          <p:nvPr/>
        </p:nvSpPr>
        <p:spPr>
          <a:xfrm>
            <a:off x="130631" y="5078189"/>
            <a:ext cx="1937656" cy="150766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Total Student Participated in Assessment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CARD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631CF8-BC9E-9CB6-1DB2-D1ABF0EB7041}"/>
              </a:ext>
            </a:extLst>
          </p:cNvPr>
          <p:cNvSpPr/>
          <p:nvPr/>
        </p:nvSpPr>
        <p:spPr>
          <a:xfrm>
            <a:off x="152402" y="1464133"/>
            <a:ext cx="1937656" cy="161652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Average Score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Card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629C0C6-8B71-E0E4-8738-8137C03A749A}"/>
              </a:ext>
            </a:extLst>
          </p:cNvPr>
          <p:cNvSpPr/>
          <p:nvPr/>
        </p:nvSpPr>
        <p:spPr>
          <a:xfrm>
            <a:off x="2198917" y="1464132"/>
            <a:ext cx="4865912" cy="530678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District/Block/School wise Performance 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Matrix Table</a:t>
            </a:r>
            <a:br>
              <a:rPr lang="en-IN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F4DD855-5BCE-7502-D1E1-24C6D25BAC22}"/>
              </a:ext>
            </a:extLst>
          </p:cNvPr>
          <p:cNvSpPr/>
          <p:nvPr/>
        </p:nvSpPr>
        <p:spPr>
          <a:xfrm>
            <a:off x="7206345" y="3624942"/>
            <a:ext cx="4865912" cy="31568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Top/Bottom – 10 LO with Description 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BAR Chart 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Use Switches and Bookmark for Top-10 and Bottom-10</a:t>
            </a:r>
            <a:br>
              <a:rPr lang="en-IN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CB3C929-61E5-B39D-8C6A-0140210DCD81}"/>
              </a:ext>
            </a:extLst>
          </p:cNvPr>
          <p:cNvSpPr/>
          <p:nvPr/>
        </p:nvSpPr>
        <p:spPr>
          <a:xfrm>
            <a:off x="7173687" y="1371603"/>
            <a:ext cx="4887681" cy="205739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IN" dirty="0">
                <a:solidFill>
                  <a:schemeClr val="tx1"/>
                </a:solidFill>
              </a:rPr>
              <a:t>Level(Beginner, Basic, Intermediate, Advanced) wise to student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Bar Chart</a:t>
            </a:r>
          </a:p>
        </p:txBody>
      </p:sp>
    </p:spTree>
    <p:extLst>
      <p:ext uri="{BB962C8B-B14F-4D97-AF65-F5344CB8AC3E}">
        <p14:creationId xmlns:p14="http://schemas.microsoft.com/office/powerpoint/2010/main" val="3271849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13F1B-9E81-769D-97D7-F84BA32A2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B5E460-108A-2B75-71EF-2689487E8017}"/>
              </a:ext>
            </a:extLst>
          </p:cNvPr>
          <p:cNvSpPr/>
          <p:nvPr/>
        </p:nvSpPr>
        <p:spPr>
          <a:xfrm>
            <a:off x="152401" y="87084"/>
            <a:ext cx="11919857" cy="31568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TITLE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456A86-DA9C-A41D-21D4-512856CBCFB6}"/>
              </a:ext>
            </a:extLst>
          </p:cNvPr>
          <p:cNvSpPr/>
          <p:nvPr/>
        </p:nvSpPr>
        <p:spPr>
          <a:xfrm>
            <a:off x="152402" y="555171"/>
            <a:ext cx="1937656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District Slicer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FBCDFF-6529-3C27-EAB0-1CA0F7C75B80}"/>
              </a:ext>
            </a:extLst>
          </p:cNvPr>
          <p:cNvSpPr/>
          <p:nvPr/>
        </p:nvSpPr>
        <p:spPr>
          <a:xfrm>
            <a:off x="2198917" y="555171"/>
            <a:ext cx="1937656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Block Slicer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B43455-443D-12C7-D3D9-87E8EA70CBF7}"/>
              </a:ext>
            </a:extLst>
          </p:cNvPr>
          <p:cNvSpPr/>
          <p:nvPr/>
        </p:nvSpPr>
        <p:spPr>
          <a:xfrm>
            <a:off x="4245432" y="555171"/>
            <a:ext cx="1937656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School Slicer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1F42F7-ADC2-FB44-EF66-E4AC164FF785}"/>
              </a:ext>
            </a:extLst>
          </p:cNvPr>
          <p:cNvSpPr/>
          <p:nvPr/>
        </p:nvSpPr>
        <p:spPr>
          <a:xfrm>
            <a:off x="6291947" y="555171"/>
            <a:ext cx="1937656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School Management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352AEE-5B7D-C746-83D4-20DF194A188B}"/>
              </a:ext>
            </a:extLst>
          </p:cNvPr>
          <p:cNvSpPr/>
          <p:nvPr/>
        </p:nvSpPr>
        <p:spPr>
          <a:xfrm>
            <a:off x="8338462" y="587829"/>
            <a:ext cx="1937656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School Category </a:t>
            </a:r>
            <a:r>
              <a:rPr lang="en-IN" dirty="0">
                <a:solidFill>
                  <a:schemeClr val="tx1"/>
                </a:solidFill>
              </a:rPr>
              <a:t>Slicer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0949AE7-54DE-C1D9-F34A-D8C9A3A2CDF4}"/>
              </a:ext>
            </a:extLst>
          </p:cNvPr>
          <p:cNvSpPr/>
          <p:nvPr/>
        </p:nvSpPr>
        <p:spPr>
          <a:xfrm>
            <a:off x="10384976" y="555171"/>
            <a:ext cx="1687281" cy="66403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err="1">
                <a:solidFill>
                  <a:schemeClr val="tx1"/>
                </a:solidFill>
              </a:rPr>
              <a:t>Session_Type</a:t>
            </a:r>
            <a:r>
              <a:rPr lang="en-IN" sz="2000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Slicer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CFA252B-7D2F-2FE8-B56E-6BA4461CFE4C}"/>
              </a:ext>
            </a:extLst>
          </p:cNvPr>
          <p:cNvSpPr/>
          <p:nvPr/>
        </p:nvSpPr>
        <p:spPr>
          <a:xfrm>
            <a:off x="6183088" y="1382490"/>
            <a:ext cx="2569024" cy="161652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Average Teacher Present Attendance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B0625CF-D98C-5D47-AF11-5FAB4A5D1A67}"/>
              </a:ext>
            </a:extLst>
          </p:cNvPr>
          <p:cNvSpPr/>
          <p:nvPr/>
        </p:nvSpPr>
        <p:spPr>
          <a:xfrm>
            <a:off x="8860971" y="1436918"/>
            <a:ext cx="3211286" cy="150766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Average Student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Present Attendance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B908B9E-3221-00B4-7FE4-2F8E7D9D1EEE}"/>
              </a:ext>
            </a:extLst>
          </p:cNvPr>
          <p:cNvSpPr/>
          <p:nvPr/>
        </p:nvSpPr>
        <p:spPr>
          <a:xfrm>
            <a:off x="152401" y="1371602"/>
            <a:ext cx="2939137" cy="161652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Percentage of school have marked Teacher Attendance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306CAFF-C9C3-E074-4C6A-17566D0D0781}"/>
              </a:ext>
            </a:extLst>
          </p:cNvPr>
          <p:cNvSpPr/>
          <p:nvPr/>
        </p:nvSpPr>
        <p:spPr>
          <a:xfrm>
            <a:off x="3265714" y="1382490"/>
            <a:ext cx="2743199" cy="161652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Percentage of school have marked student Attendance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B0CCBC0-E0DD-7BBC-2610-71C3B6F37D3D}"/>
              </a:ext>
            </a:extLst>
          </p:cNvPr>
          <p:cNvSpPr/>
          <p:nvPr/>
        </p:nvSpPr>
        <p:spPr>
          <a:xfrm>
            <a:off x="163287" y="3135084"/>
            <a:ext cx="5856512" cy="363583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CO Relate the Attendance vs Student Performance 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4E2BE34-36AA-F0F8-FE02-0F7A8F33828C}"/>
              </a:ext>
            </a:extLst>
          </p:cNvPr>
          <p:cNvSpPr/>
          <p:nvPr/>
        </p:nvSpPr>
        <p:spPr>
          <a:xfrm>
            <a:off x="6215745" y="3129645"/>
            <a:ext cx="5856512" cy="363583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DISTRICT / BLOCK / School vs school Infra score , Attendance and student Average sore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Matrix chart</a:t>
            </a:r>
          </a:p>
        </p:txBody>
      </p:sp>
    </p:spTree>
    <p:extLst>
      <p:ext uri="{BB962C8B-B14F-4D97-AF65-F5344CB8AC3E}">
        <p14:creationId xmlns:p14="http://schemas.microsoft.com/office/powerpoint/2010/main" val="1972563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1109</TotalTime>
  <Words>246</Words>
  <Application>Microsoft Office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Jha</dc:creator>
  <cp:lastModifiedBy>VASUDEV BHANDARI</cp:lastModifiedBy>
  <cp:revision>1</cp:revision>
  <dcterms:created xsi:type="dcterms:W3CDTF">2025-11-03T10:26:02Z</dcterms:created>
  <dcterms:modified xsi:type="dcterms:W3CDTF">2026-03-14T17:03:44Z</dcterms:modified>
</cp:coreProperties>
</file>